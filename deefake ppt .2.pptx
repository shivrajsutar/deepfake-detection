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4F42B1"/>
    <a:srgbClr val="2B11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C7986-EBE4-480D-BB0F-5BA332D61627}" v="17" dt="2026-04-17T07:52:12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00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google.com/mediapipe" TargetMode="External"/><Relationship Id="rId3" Type="http://schemas.openxmlformats.org/officeDocument/2006/relationships/hyperlink" Target="https://www.mdpi.com/2673-2688/7/2/68" TargetMode="External"/><Relationship Id="rId7" Type="http://schemas.openxmlformats.org/officeDocument/2006/relationships/hyperlink" Target="https://arxiv.org/abs/2202.0609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104.09770" TargetMode="External"/><Relationship Id="rId5" Type="http://schemas.openxmlformats.org/officeDocument/2006/relationships/hyperlink" Target="https://www.mdpi.com/2079-9292/13/1/126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s://link.springer.com/article/10.1007/s10791-025-09550-0" TargetMode="External"/><Relationship Id="rId9" Type="http://schemas.openxmlformats.org/officeDocument/2006/relationships/hyperlink" Target="https://docs.opencv.org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32997" y="689433"/>
            <a:ext cx="8534400" cy="87946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ARENA 1.0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422002"/>
            <a:ext cx="64464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Deepfake Detection Tool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– AI / Cybersecurity 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oftware</a:t>
            </a: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F5A04-AD45-2C1C-BB6C-28418008C7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6217045" y="2230846"/>
            <a:ext cx="4264647" cy="3032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F24CE6-45BC-5DE4-7EBC-931162A9D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738" y="-1"/>
            <a:ext cx="2446446" cy="1170039"/>
          </a:xfrm>
          <a:prstGeom prst="rect">
            <a:avLst/>
          </a:prstGeom>
        </p:spPr>
      </p:pic>
      <p:pic>
        <p:nvPicPr>
          <p:cNvPr id="13314" name="Picture 2" descr="C:\Users\RAGHAV DIGITAL\Downloads\new svg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0620" y="89989"/>
            <a:ext cx="813380" cy="11988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732503" y="-89942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Real Time Deepfake 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Detection System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31334C7-E5FF-4F91-3A10-B33A1211A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5" y="1773889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deepfake content in images &amp; videos Uses facial landmark analysis + behavioral patterns Provides real-time AI probability score &amp; verdict.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Rising misuse of deepfake videos / images Hard to detect fake content manually.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:- Facial motion (jitter analysis).</a:t>
            </a:r>
          </a:p>
          <a:p>
            <a:pPr algn="l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-Symmetry detection (eye blink patterns) .</a:t>
            </a:r>
          </a:p>
          <a:p>
            <a:pPr algn="l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-Real-time frame-by-frame detection Light weight.</a:t>
            </a:r>
          </a:p>
          <a:p>
            <a:pPr algn="l"/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-Fast (runs locally).</a:t>
            </a:r>
            <a:endParaRPr lang="en-IN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59269" y="252245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F30371-B6D8-A4A1-6B87-97517728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090" y="62810"/>
            <a:ext cx="2434910" cy="1164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1219200" y="0"/>
            <a:ext cx="10363200" cy="1470025"/>
          </a:xfrm>
        </p:spPr>
        <p:txBody>
          <a:bodyPr/>
          <a:lstStyle/>
          <a:p>
            <a:pPr algn="l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     TECHNICAL 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D9FDA887-BA34-88D9-EE04-3AA23AC21795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60947" y="176481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22398-4BE2-AE93-B463-ED6877DC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486" y="78374"/>
            <a:ext cx="2408514" cy="1151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D75F6A-5B0B-0598-10EA-CCB5B22F1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630" y="1557806"/>
            <a:ext cx="8649531" cy="4981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845574" y="3750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0C7FE15-C174-CBAD-ACF8-0C2FB13E4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1841090"/>
            <a:ext cx="8534400" cy="1752600"/>
          </a:xfrm>
        </p:spPr>
        <p:txBody>
          <a:bodyPr/>
          <a:lstStyle/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Uses existing libraries (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OpenCV ) Works on normal systems (no heavy GPU required) Fast processing (real-time capable).</a:t>
            </a: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Challenges</a:t>
            </a:r>
            <a:r>
              <a:rPr 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: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Multiple faces in frame Low-quality videos Lighting variations.</a:t>
            </a: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Solutions:</a:t>
            </a:r>
            <a:r>
              <a:rPr 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Improve detection thresholds Add preprocessing (enhancement filters) Extend model with ML training later.</a:t>
            </a:r>
          </a:p>
          <a:p>
            <a:pPr marL="342900" lvl="0" indent="-342900" algn="l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31562B0-769E-3511-B94A-F3C374388A01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78935" y="108678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447AA-A453-02F7-4645-4C2E946F1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613" y="37509"/>
            <a:ext cx="238990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786580" y="0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16554A4-1359-70C9-B50C-FD415C0F8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7" y="1676400"/>
            <a:ext cx="8534400" cy="1752600"/>
          </a:xfrm>
        </p:spPr>
        <p:txBody>
          <a:bodyPr/>
          <a:lstStyle/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: 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Helps detect fake media in-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- Social media 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-News platforms 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-Security systems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Benefits:</a:t>
            </a:r>
          </a:p>
          <a:p>
            <a:pPr lvl="0" algn="l" eaLnBrk="1" hangingPunct="1">
              <a:spcBef>
                <a:spcPct val="0"/>
              </a:spcBef>
              <a:defRPr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Prevent misinformation Improve digital trust Useful for law enforcement &amp; media agencies</a:t>
            </a:r>
          </a:p>
          <a:p>
            <a:pPr algn="l"/>
            <a:r>
              <a:rPr lang="en-I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DDBDEAF-2199-EDF6-9B01-ED310EFD2DE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6189" y="176481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88FD7-83C5-864B-B857-CAE6A2B12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261" y="31288"/>
            <a:ext cx="2455738" cy="117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914400" y="-40719"/>
            <a:ext cx="10363200" cy="147002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F991BC-BBD2-1EE7-7D89-0E8D00B95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1722270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Deepfake Detection Review (MDPI)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https://www.mdpi.com/2673-2688/7/2/68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Multimedia Deepfake Detection Survey (Springer)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https://link.springer.com/article/10.1007/s10791-025-09550-0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Landmark-based Detection Study (MDPI) –</a:t>
            </a:r>
          </a:p>
          <a:p>
            <a:pPr algn="l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https://www.mdpi.com/2079-9292/13/1/126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Deepfake Detection ( 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–    </a:t>
            </a:r>
          </a:p>
          <a:p>
            <a:pPr algn="l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https://arxiv.org/abs/2104.09770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Deepfake Detection Review (</a:t>
            </a: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</a:t>
            </a:r>
          </a:p>
          <a:p>
            <a:pPr algn="l"/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https://arxiv.org/abs/2202.06095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https://developers.google.com/mediapipe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Documentation –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https://docs.opencv.org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16A210B0-D7B8-7861-F835-089A21E9F38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5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227494-6032-AF9F-B29D-1DF72734A7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4271" y="17404"/>
            <a:ext cx="2407412" cy="1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6DB6-4578-3E41-7885-229EAD7C8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71" y="0"/>
            <a:ext cx="10363200" cy="1470025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E89A9-D80C-2724-05D5-12555D5A3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676400"/>
            <a:ext cx="8534400" cy="17526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Intel Core i5 or equivalent (minimum).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 GB minimum (4 GB recommended).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100 MB free disk space. 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Device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Standard keyboard and mouse.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algn="l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Windows 11 / macOS 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Python 3.xPython </a:t>
            </a:r>
          </a:p>
          <a:p>
            <a:pPr algn="l"/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WebText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Editor / IDE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VS Code</a:t>
            </a:r>
          </a:p>
          <a:p>
            <a:pPr algn="l"/>
            <a:r>
              <a:rPr lang="en-IN" sz="22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69B4-284F-AAFF-82E5-FE7F1B9D6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765" y="67829"/>
            <a:ext cx="2407412" cy="1151371"/>
          </a:xfrm>
          <a:prstGeom prst="rect">
            <a:avLst/>
          </a:prstGeom>
        </p:spPr>
      </p:pic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2589F533-C234-6AB8-65AE-C48F2E17D413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8263" y="292962"/>
            <a:ext cx="1410537" cy="88409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GameA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019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8451</TotalTime>
  <Words>379</Words>
  <Application>Microsoft Office PowerPoint</Application>
  <PresentationFormat>Widescreen</PresentationFormat>
  <Paragraphs>76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Cambria</vt:lpstr>
      <vt:lpstr>Times New Roman</vt:lpstr>
      <vt:lpstr>TradeGothic</vt:lpstr>
      <vt:lpstr>Office Theme</vt:lpstr>
      <vt:lpstr>QUANTUM ARENA 1.0</vt:lpstr>
      <vt:lpstr>  Real Time Deepfake  Detection System</vt:lpstr>
      <vt:lpstr>              TECHNICAL  APPROACH</vt:lpstr>
      <vt:lpstr>FEASIBILITY AND VIABILITY</vt:lpstr>
      <vt:lpstr>IMPACT AND BENEFITS</vt:lpstr>
      <vt:lpstr>RESEARCH  AND REFERENCES</vt:lpstr>
      <vt:lpstr>REQUIREMENTS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162</cp:revision>
  <dcterms:created xsi:type="dcterms:W3CDTF">2013-12-12T18:46:50Z</dcterms:created>
  <dcterms:modified xsi:type="dcterms:W3CDTF">2026-04-18T02:49:15Z</dcterms:modified>
  <cp:category/>
</cp:coreProperties>
</file>